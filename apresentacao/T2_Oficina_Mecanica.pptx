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Tempo de resposta W por fila (min)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 atual (min)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RECEPCAO</c:v>
                </c:pt>
                <c:pt idx="1">
                  <c:v>OFICINA</c:v>
                </c:pt>
                <c:pt idx="2">
                  <c:v>QUALIDADE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6.456074128308523</c:v>
                </c:pt>
                <c:pt idx="1">
                  <c:v>98.43515633873236</c:v>
                </c:pt>
                <c:pt idx="2">
                  <c:v>7.4779093105110395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 melhorada (min)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RECEPCAO</c:v>
                </c:pt>
                <c:pt idx="1">
                  <c:v>OFICINA</c:v>
                </c:pt>
                <c:pt idx="2">
                  <c:v>QUALIDADE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6.5251281030340245</c:v>
                </c:pt>
                <c:pt idx="1">
                  <c:v>24.614948829622588</c:v>
                </c:pt>
                <c:pt idx="2">
                  <c:v>7.750009583848797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731520"/>
          <a:lstStyle/>
          <a:p>
            <a:pPr algn="ctr"/>
            <a:r>
              <a:rPr sz="2400">
                <a:solidFill>
                  <a:srgbClr val="BDD7EE"/>
                </a:solidFill>
              </a:rPr>
              <a:t>T2 | Avaliacao de Aprendizagem</a:t>
            </a:r>
          </a:p>
          <a:p>
            <a:r>
              <a:rPr sz="4000" b="1">
                <a:solidFill>
                  <a:srgbClr val="FFFFFF"/>
                </a:solidFill>
              </a:rPr>
              <a:t>Avaliacao de um Modelo Simulado</a:t>
            </a:r>
          </a:p>
          <a:p>
            <a:r>
              <a:rPr sz="2000">
                <a:solidFill>
                  <a:srgbClr val="FFFFFF"/>
                </a:solidFill>
              </a:rPr>
              <a:t>Oficina Mecanica: analise e melhoria de uma rede de filas com realimentacao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595959"/>
                </a:solidFill>
              </a:rPr>
              <a:t>Disciplina: Simulacao e Metodos Analiticos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95959"/>
                </a:solidFill>
              </a:rPr>
              <a:t>Unidade de Aprendizagem: UA2 | Fundamentos de Simulacao por Computador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95959"/>
                </a:solidFill>
              </a:rPr>
              <a:t>Modulo de Aprendizagem: M9 | Avaliacao de um Modelo Simulado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95959"/>
                </a:solidFill>
              </a:rPr>
              <a:t>Grupo: T2 - 690 - 16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4E79"/>
                </a:solidFill>
              </a:rPr>
              <a:t>Integrantes: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95959"/>
                </a:solidFill>
              </a:rPr>
              <a:t>Integrante 1  ·  Integrante 2  ·  Integrante 3  ·  Integrante 4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95959"/>
                </a:solidFill>
              </a:rPr>
              <a:t>Integrante 5  ·  Integrante 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95959"/>
                </a:solidFill>
              </a:rPr>
              <a:t>Porto Alegre, outubro de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95959"/>
                </a:solidFill>
              </a:rPr>
              <a:t>T2 | Oficina Mecanica  ·  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</a:rPr>
              <a:t>Descricao da realidade a ser simulada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595959"/>
                </a:solidFill>
              </a:rPr>
              <a:t>Uma oficina mecanica recebe veiculos para reparo. O cliente chega, abre uma ordem de servico na RECEPCAO (orcamento e cadastro) e o carro segue para a OFICINA, onde e reparado. Ao terminar, passa pelo CONTROLE DE QUALIDADE (teste do servico).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4E79"/>
                </a:solidFill>
              </a:rPr>
              <a:t>A rede tem realimentacao (nao e um fluxo em tandem):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>Retrabalho: se o teste reprova, o veiculo VOLTA da QUALIDADE para a OFICINA.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>Pecas/orcamento: parte dos servicos exige orcamento extra e VOLTA da OFICINA para a RECEPCAO.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4E79"/>
                </a:solidFill>
              </a:rPr>
              <a:t>Hipotese de modelagem: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>Chegadas do exterior apenas na RECEPCAO; intervalos e tempos de servico uniformes U(a,b).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>Disciplina FCFS; capacidade finita em todas as filas (chegada com fila cheia = perda).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>Simulacao: 10 sementes x 100.000 numeros pseudoaleatorios (gerador congruente linear).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95959"/>
                </a:solidFill>
              </a:rPr>
              <a:t>T2 | Oficina Mecanica  ·  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</a:rPr>
              <a:t>Modelo (desenho) da rede de filas - situacao ATUAL</a:t>
            </a:r>
          </a:p>
        </p:txBody>
      </p:sp>
      <p:pic>
        <p:nvPicPr>
          <p:cNvPr id="3" name="Picture 2" descr="rede_filas_a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11155680" cy="62950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64008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95959"/>
                </a:solidFill>
              </a:rPr>
              <a:t>T2 | Oficina Mecanica  · 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</a:rPr>
              <a:t>Descricao das filas (notacao de Kendall) e roteamento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972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2194560"/>
                <a:gridCol w="1828800"/>
                <a:gridCol w="1645920"/>
                <a:gridCol w="164592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Fila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Notacao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Chegadas ext.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Atendimento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Servidores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Capacidade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</a:rPr>
                        <a:t>RECEPCAO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G/G/1/8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U(6;12), 1a em 5,0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U(4;8)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</a:rPr>
                        <a:t>OFICINA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G/G/3/12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--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U(20;35)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</a:rPr>
                        <a:t>QUALIDADE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G/G/1/6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--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U(4;8)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200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</a:rPr>
              <a:t>Probabilidades de roteamento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6908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595959"/>
                </a:solidFill>
              </a:rPr>
              <a:t>RECEPCAO -&gt; OFICINA: 95%      RECEPCAO -&gt; SAIDA: 5%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595959"/>
                </a:solidFill>
              </a:rPr>
              <a:t>OFICINA -&gt; QUALIDADE: 90%    OFICINA -&gt; RECEPCAO: 5% (pecas)    OFICINA -&gt; SAIDA: 5%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595959"/>
                </a:solidFill>
              </a:rPr>
              <a:t>QUALIDADE -&gt; OFICINA: 15% (retrabalho)     QUALIDADE -&gt; SAIDA: 85%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4E79"/>
                </a:solidFill>
              </a:rPr>
              <a:t>A soma das probabilidades de cada fila e 1,0 (incluindo a saida da rede).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95959"/>
                </a:solidFill>
              </a:rPr>
              <a:t>T2 | Oficina Mecanica  ·  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</a:rPr>
              <a:t>Resultados da simulacao - modelo 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9728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80160"/>
                <a:gridCol w="1920240"/>
                <a:gridCol w="2011680"/>
                <a:gridCol w="1920240"/>
                <a:gridCol w="182880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Fila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Perdas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N (populacao)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D (vazao/min)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U (utilizacao)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W (min)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</a:rPr>
                        <a:t>RECEPCAO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0,75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0,1164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69,87%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6,46</a:t>
                      </a:r>
                    </a:p>
                  </a:txBody>
                  <a:tcPr anchor="ctr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</a:rPr>
                        <a:t>OFICINA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21406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10,74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0,1091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99,98%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98,44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</a:rPr>
                        <a:t>QUALIDADE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0,73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0,0983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58,95%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</a:rPr>
                        <a:t>7,48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383280"/>
            <a:ext cx="109728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4E79"/>
                </a:solidFill>
              </a:rPr>
              <a:t>Distribuicao de probabilidades dos estados (OFICINA):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595959"/>
                </a:solidFill>
              </a:rPr>
              <a:t>P(0)=0,01%  P(5)=0,08%  P(9)=7,72%  P(10)=24,69%  P(11)=39,21%  P(12)=25,22%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595959"/>
                </a:solidFill>
              </a:rPr>
              <a:t>A fila passa a maior parte do tempo lotada (estados 10 a 12 somam ~89%).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4E79"/>
                </a:solidFill>
              </a:rPr>
              <a:t>Outras metricas: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595959"/>
                </a:solidFill>
              </a:rPr>
              <a:t>Tempo global da simulacao (10 sementes): 1318689,21 min.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595959"/>
                </a:solidFill>
              </a:rPr>
              <a:t>Todas as filas acumulam tempo de estado a cada evento; P(estado) = tempo no estado / tempo global.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4008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95959"/>
                </a:solidFill>
              </a:rPr>
              <a:t>T2 | Oficina Mecanica  ·  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</a:rPr>
              <a:t>Identificacao do gargalo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C00000"/>
                </a:solidFill>
              </a:rPr>
              <a:t>A OFICINA esta saturada: U = 99,98% (todos os 3 mecanicos ocupados todo o tempo).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C00000"/>
                </a:solidFill>
              </a:rPr>
              <a:t>Populacao media N = 10,74 de 12 vagas; tempo de resposta W = 98,44 min (~2h por veiculo, quase so espera).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C00000"/>
                </a:solidFill>
              </a:rPr>
              <a:t>Foram perdidos 21406 clientes por fila cheia na OFICINA.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4E79"/>
                </a:solidFill>
              </a:rPr>
              <a:t>A carga oferecida supera a capacidade instalada: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>Taxa de atendimento: MU = 1/E[S] = 1/27,5 = 0,03636 cliente/min por mecanico.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>Capacidade da oficina: 3 x 0,03636 = 0,1091 cliente/min.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>Chegada efetiva a oficina: ~0,1291 cliente/min  -&gt;  rho = 0,1291/0,1091 = 1,18 (&gt; 1).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D32"/>
                </a:solidFill>
              </a:rPr>
              <a:t>Conclusao: e preciso aumentar a capacidade da OFICINA e/ou reduzir a carga que chega ate ela.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95959"/>
                </a:solidFill>
              </a:rPr>
              <a:t>T2 | Oficina Mecanica  ·  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</a:rPr>
              <a:t>Proposta de melhoria e modelo MELHORADO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4E79"/>
                </a:solidFill>
              </a:rPr>
              <a:t>Alteracoes no modelo (destacadas em vermelho/verde no desenho):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C00000"/>
                </a:solidFill>
              </a:rPr>
              <a:t>OFICINA: 3 -&gt; 4 mecanicos, capacidade 12 -&gt; 14, atendimento U(20;35) -&gt; U(18;30)  (contratacao + elevador/ferramenta).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2E7D32"/>
                </a:solidFill>
              </a:rPr>
              <a:t>QUALIDADE: capacidade 6 -&gt; 8 e retrabalho 15% -&gt; 10% (treinamento reduz devolucoes).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95959"/>
                </a:solidFill>
              </a:rPr>
              <a:t>RECEPCAO: capacidade 8 -&gt; 10 (evita perdas de ordens na chegada).</a:t>
            </a:r>
          </a:p>
        </p:txBody>
      </p:sp>
      <p:pic>
        <p:nvPicPr>
          <p:cNvPr id="4" name="Picture 3" descr="rede_filas_melho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8840"/>
            <a:ext cx="11155680" cy="62950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64008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95959"/>
                </a:solidFill>
              </a:rPr>
              <a:t>T2 | Oficina Mecanica  ·  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</a:rPr>
              <a:t>Comparacao dos resultados (antes x depois)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34440"/>
          <a:ext cx="60350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371600"/>
                <a:gridCol w="1097280"/>
                <a:gridCol w="1188720"/>
                <a:gridCol w="1097280"/>
              </a:tblGrid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</a:rPr>
                        <a:t>Fila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Metrica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Atual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Melhorada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Variacao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</a:rPr>
                        <a:t>OFICINA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</a:rPr>
                        <a:t>Perdas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</a:rPr>
                        <a:t>21406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</a:rPr>
                        <a:t>zerou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</a:rPr>
                        <a:t>OFICINA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</a:rPr>
                        <a:t>N (populacao)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</a:rPr>
                        <a:t>10,74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</a:rPr>
                        <a:t>3,01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</a:rPr>
                        <a:t>-7,72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</a:rPr>
                        <a:t>OFICINA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</a:rPr>
                        <a:t>D (vazao/min)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</a:rPr>
                        <a:t>0,1091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</a:rPr>
                        <a:t>0,1224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</a:rPr>
                        <a:t>+12,2%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</a:rPr>
                        <a:t>OFICINA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</a:rPr>
                        <a:t>U (utilizacao)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</a:rPr>
                        <a:t>99,98%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</a:rPr>
                        <a:t>73,46%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</a:rPr>
                        <a:t>-26,5 p.p.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</a:rPr>
                        <a:t>OFICINA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</a:rPr>
                        <a:t>W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</a:rPr>
                        <a:t>98,44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</a:rPr>
                        <a:t>24,61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333333"/>
                          </a:solidFill>
                        </a:rPr>
                        <a:t>-75,0%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0" y="1234440"/>
          <a:ext cx="51206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0" y="64008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95959"/>
                </a:solidFill>
              </a:rPr>
              <a:t>T2 | Oficina Mecanica  ·  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</a:rPr>
              <a:t>Conclusoes finais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595959"/>
                </a:solidFill>
              </a:rPr>
              <a:t>A simulacao revelou que a OFICINA e o gargalo: saturada (U~100%), com longas esperas e 21.406 perdas.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95959"/>
                </a:solidFill>
              </a:rPr>
              <a:t>A melhoria (mais um mecanico, processo mais rapido e menor retrabalho) zerou as perdas da oficina.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D32"/>
                </a:solidFill>
              </a:rPr>
              <a:t>O tempo de resposta na OFICINA caiu de 98,44 min para 24,61 min (75,0% melhor).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95959"/>
                </a:solidFill>
              </a:rPr>
              <a:t>A vazao da oficina aumentou (mais veiculos entregues por minuto) com utilizacao confortavel (73%).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95959"/>
                </a:solidFill>
              </a:rPr>
              <a:t>A QUALIDADE absorveu o maior fluxo sem perdas; e a RECEPCAO praticamente nao mudou.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4E79"/>
                </a:solidFill>
              </a:rPr>
              <a:t>Trabalhos futuros: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>Analisar custo x beneficio (custo do mecanico extra e do equipamento vs. perda de clientes).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595959"/>
                </a:solidFill>
              </a:rPr>
              <a:t>Executar varias replicacoes e intervalos de confianca para os indices.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95959"/>
                </a:solidFill>
              </a:rPr>
              <a:t>T2 | Oficina Mecanica  ·  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</a:rPr>
              <a:t>Arquivos e reproducao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4E79"/>
                </a:solidFill>
              </a:rPr>
              <a:t>O pacote contem: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95959"/>
                </a:solidFill>
              </a:rPr>
              <a:t>modelos/oficina.yml e modelos/oficina_melhorada.yml - modelos antes e depois da melhoria.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95959"/>
                </a:solidFill>
              </a:rPr>
              <a:t>simulador.py - simulador de rede de filas (nosso, do T1) com o calculo dos indices.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95959"/>
                </a:solidFill>
              </a:rPr>
              <a:t>resultados/oficina_atual.txt e oficina_melhorada.txt - saidas completas (tempos e probabilidades por estado).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95959"/>
                </a:solidFill>
              </a:rPr>
              <a:t>planilhas/indices_oficina.xlsx - calculo dos indices (populacao, vazao, utilizacao, tempo de resposta).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95959"/>
                </a:solidFill>
              </a:rPr>
              <a:t>apresentacao/ - este PDF/PPTX e os desenhos da rede.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595959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4E79"/>
                </a:solidFill>
              </a:rPr>
              <a:t>Como reproduzir: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95959"/>
                </a:solidFill>
              </a:rPr>
              <a:t>pip install pyyaml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95959"/>
                </a:solidFill>
              </a:rPr>
              <a:t>python3 simulador.py modelos/oficina.yml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95959"/>
                </a:solidFill>
              </a:rPr>
              <a:t>python3 simulador.py modelos/oficina_melhorada.yml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4E79"/>
                </a:solidFill>
              </a:rPr>
              <a:t>Formulas: MU = 1/E[S];  N = soma k.P(k);  D = MU.Ns;  U = Ns/servidores;  W = N/D.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95959"/>
                </a:solidFill>
              </a:rPr>
              <a:t>T2 | Oficina Mecanica  ·  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