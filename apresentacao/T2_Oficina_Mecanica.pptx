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AFD46B-8BB4-434A-8AE3-FF8FD3727FAA}">
  <a:tblStyle styleId="{A3AFD46B-8BB4-434A-8AE3-FF8FD3727F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0" spcFirstLastPara="1" rIns="91425" wrap="square" tIns="73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T2 | Avaliacao de Aprendizagem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Avaliação</a:t>
            </a: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um Modelo Simulado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Oficina Mecanica: 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melhoria de uma rede de filas com 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realimentação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31520" y="3383280"/>
            <a:ext cx="73152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Grupo: T2 - 690 - 16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Integrantes: Erick Carpes, Bernardo Lykawka, Lucas Duarte e Leonardo Silva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Porto Alegre, outubro de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229600" y="6400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T2 | Oficina Mecanica  ·  1/10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640080" y="36576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Descrição</a:t>
            </a:r>
            <a:r>
              <a:rPr b="1" lang="en-US" sz="2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da realidade a ser simulada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40080" y="1234440"/>
            <a:ext cx="109728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Uma oficina mecanica recebe veiculos para reparo. O cliente chega, abre uma ordem de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serviço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na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RECEPÇÃO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(orcamento e cadastro) e o carro segue para a OFICINA, onde e reparado. Ao terminar, passa pelo CONTROLE DE QUALIDADE (teste do servico).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 rede tem realimentacao (nao e um fluxo em tandem):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Retrabalho: se o teste reprova, o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veículo</a:t>
            </a: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VOLTA da QUALIDADE para a OFICINA.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ç</a:t>
            </a: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as/orcamento: parte dos servicos exige orcamento extra e VOLTA da OFICINA para a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RECEPÇÃO</a:t>
            </a: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Hipotese de modelagem: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Chegadas do exterior apenas na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RECEPÇÃO</a:t>
            </a: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; intervalos e tempos de servico uniformes U(a,b).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Disciplina FCFS; capacidade finita em todas as filas (chegada com fila cheia = perda).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Simula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o: 10 sementes x 100.000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números</a:t>
            </a: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pseudoaleatorios (gerador congruente linear).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229600" y="6400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T2 | Oficina Mecanica  ·  2/10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640080" y="2286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Modelo (desenho) da rede de filas - situacao ATUAL</a:t>
            </a:r>
            <a:endParaRPr/>
          </a:p>
        </p:txBody>
      </p:sp>
      <p:pic>
        <p:nvPicPr>
          <p:cNvPr descr="rede_filas_atual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5" y="1051551"/>
            <a:ext cx="11155674" cy="5750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8229600" y="6400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T2 | Oficina Mecanica  ·  3/10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640080" y="274320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Descric</a:t>
            </a: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o das filas (notacao de Kendall) e roteamento</a:t>
            </a:r>
            <a:endParaRPr/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64008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{A3AFD46B-8BB4-434A-8AE3-FF8FD3727FAA}</a:tableStyleId>
              </a:tblPr>
              <a:tblGrid>
                <a:gridCol w="2011675"/>
                <a:gridCol w="1645925"/>
                <a:gridCol w="2194550"/>
                <a:gridCol w="1828800"/>
                <a:gridCol w="1645925"/>
                <a:gridCol w="1645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Fila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Notacao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Chegadas ext.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Atendimento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Servidores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Capacidade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RECEPCAO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G/G/1/8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U(6;12), 1a em 5,0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U(4;8)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OFICINA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G/G/3/12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--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U(20;35)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QUALIDADE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G/G/1/6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--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U(4;8)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07" name="Google Shape;107;p16"/>
          <p:cNvSpPr txBox="1"/>
          <p:nvPr/>
        </p:nvSpPr>
        <p:spPr>
          <a:xfrm>
            <a:off x="640080" y="3200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Probabilidades de roteamento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640080" y="4069080"/>
            <a:ext cx="10972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RECEPCAO -&gt; OFICINA: 95%      RECEPCAO -&gt; SAIDA: 5%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OFICINA -&gt; QUALIDADE: 90%    OFICINA -&gt; RECEPCAO: 5% (pecas)    OFICINA -&gt; SAIDA: 5%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QUALIDADE -&gt; OFICINA: 15% (retrabalho)     QUALIDADE -&gt; SAIDA: 85%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 soma das probabilidades de cada fila e 1,0 (incluindo a sa</a:t>
            </a:r>
            <a:r>
              <a:rPr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í</a:t>
            </a:r>
            <a:r>
              <a:rPr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da da rede).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8229600" y="6400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T2 | Oficina Mecanica  ·  4/10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640080" y="274320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Resultados da </a:t>
            </a: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simulação</a:t>
            </a: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- modelo ATUAL</a:t>
            </a:r>
            <a:endParaRPr/>
          </a:p>
        </p:txBody>
      </p:sp>
      <p:graphicFrame>
        <p:nvGraphicFramePr>
          <p:cNvPr id="115" name="Google Shape;115;p17"/>
          <p:cNvGraphicFramePr/>
          <p:nvPr/>
        </p:nvGraphicFramePr>
        <p:xfrm>
          <a:off x="64008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{A3AFD46B-8BB4-434A-8AE3-FF8FD3727FAA}</a:tableStyleId>
              </a:tblPr>
              <a:tblGrid>
                <a:gridCol w="2011675"/>
                <a:gridCol w="1280150"/>
                <a:gridCol w="1920250"/>
                <a:gridCol w="2011675"/>
                <a:gridCol w="1920250"/>
                <a:gridCol w="1828800"/>
              </a:tblGrid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Fila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Perdas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N (populacao)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D (vazao/min)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U (utilizacao)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W (min)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RECEPCAO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0,75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0,1164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69,87%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6,46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OFICINA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21406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10,74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0,1091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99,98%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98,44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QUALIDADE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0,73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0,0983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58,95%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33333"/>
                          </a:solidFill>
                        </a:rPr>
                        <a:t>7,48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16" name="Google Shape;116;p17"/>
          <p:cNvSpPr txBox="1"/>
          <p:nvPr/>
        </p:nvSpPr>
        <p:spPr>
          <a:xfrm>
            <a:off x="304330" y="3429005"/>
            <a:ext cx="10972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de probabilidades dos estados (OFICINA):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P(0)=0,01%  P(5)=0,08%  P(9)=7,72%  P(10)=24,69%  P(11)=39,21%  P(12)=25,22%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 fila passa a maior parte do tempo lotada (estados 10 a 12 somam ~89%).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Outras metricas: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Tempo global da </a:t>
            </a: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simulação</a:t>
            </a: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(10 sementes): 1318689,21 min.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Todas as filas acumulam tempo de estado a cada evento;</a:t>
            </a:r>
            <a:b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P(estado) = tempo no estado / tempo global.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8229600" y="6400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T2 | Oficina Mecanica  ·  5/10</a:t>
            </a:r>
            <a:endParaRPr/>
          </a:p>
        </p:txBody>
      </p:sp>
      <p:pic>
        <p:nvPicPr>
          <p:cNvPr id="118" name="Google Shape;118;p17" title="grafico_estad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8210" y="3267875"/>
            <a:ext cx="5261664" cy="34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/>
        </p:nvSpPr>
        <p:spPr>
          <a:xfrm>
            <a:off x="640080" y="274320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Identificaç</a:t>
            </a: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o do gargalo</a:t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640080" y="1280160"/>
            <a:ext cx="109728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 OFICINA esta saturada: U = 99,98% (todos os 3 mecanicos ocupados todo o tempo).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Populacao media N = 10,74 de 12 vagas; tempo de resposta W = 98,44 min (~2h por veiculo, quase so espera).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Foram perdidos 21406 clientes por fila cheia na OFICINA.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 carga oferecida supera a capacidade instalada: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Taxa de atendimento: MU = 1/E[S] = 1/27,5 = 0,03636 cliente/min por mecanico.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Capacidade da oficina: 3 x 0,03636 = 0,1091 cliente/min.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Chegada efetiva a oficina: ~0,1291 cliente/min  -&gt;  rho = 0,1291/0,1091 = 1,18 (&gt; 1).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Conclusao: e preciso aumentar a capacidade da OFICINA e/ou reduzir a carga que chega at</a:t>
            </a:r>
            <a:r>
              <a:rPr lang="en-US" sz="16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lang="en-US" sz="16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 ela.</a:t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8229600" y="6400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T2 | Oficina Mecanica  ·  6/10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/>
        </p:nvSpPr>
        <p:spPr>
          <a:xfrm>
            <a:off x="640080" y="2286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Proposta de melhoria e modelo MELHORADO</a:t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640080" y="960120"/>
            <a:ext cx="10972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Alteracoes no modelo (destacadas em vermelho/verde no desenho):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OFICINA: 3 -&gt; 4 mecanicos, capacidade 12 -&gt; 14, atendimento U(20;35) -&gt; U(18;30)  (contratacao + elevador/ferramenta).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QUALIDADE: capacidade 6 -&gt; 8 e retrabalho 15% -&gt; 10% (treinamento reduz </a:t>
            </a:r>
            <a:r>
              <a:rPr lang="en-US" sz="13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devoluções</a:t>
            </a:r>
            <a: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RECEPCAO: capacidade 8 -&gt; 10 (evita perdas de ordens na chegada).</a:t>
            </a:r>
            <a:endParaRPr/>
          </a:p>
        </p:txBody>
      </p:sp>
      <p:pic>
        <p:nvPicPr>
          <p:cNvPr descr="rede_filas_melhorada.png"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5" y="2148850"/>
            <a:ext cx="11155674" cy="447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8229600" y="6400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T2 | Oficina Mecanica  ·  7/10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640080" y="274320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Comparaç</a:t>
            </a: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1" lang="en-US" sz="2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o dos resultados (antes x depois)</a:t>
            </a:r>
            <a:endParaRPr/>
          </a:p>
        </p:txBody>
      </p:sp>
      <p:graphicFrame>
        <p:nvGraphicFramePr>
          <p:cNvPr id="139" name="Google Shape;139;p20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{A3AFD46B-8BB4-434A-8AE3-FF8FD3727FAA}</a:tableStyleId>
              </a:tblPr>
              <a:tblGrid>
                <a:gridCol w="1280150"/>
                <a:gridCol w="1371600"/>
                <a:gridCol w="1097275"/>
                <a:gridCol w="1188725"/>
                <a:gridCol w="1097275"/>
              </a:tblGrid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Fila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Metrica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Atual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Melhorada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Variacao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4E79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OFICINA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Perdas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21406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zerou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OFICINA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N (populacao)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10,74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3,01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-7,72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OFICINA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D (vazao/min)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0,1091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0,1224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+12,2%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OFICINA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U (utilizacao)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99,98%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73,46%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-26,5 p.p.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EEBF7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OFICINA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W (min)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98,44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24,61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</a:rPr>
                        <a:t>-75,0%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1234440"/>
            <a:ext cx="512064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8229600" y="6400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T2 | Oficina Mecanica  ·  8/10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Conclusoes finais</a:t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640080" y="1371600"/>
            <a:ext cx="109728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simulação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revelou que a OFICINA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é o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gargalo: saturada (U~100%), com longas esperas e 21.406 perdas.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 melhoria (mais um mecanico, processo mais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rápido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e menor retrabalho) zerou as perdas da oficina.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O tempo de resposta na OFICINA caiu de 98,44 min para 24,61 min (75,0% melhor).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vazão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da oficina aumentou (mais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veículos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entregues por minuto) com utilizacao confortavel (73%).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 QUALIDADE absorveu o maior fluxo sem perdas; e a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RECEPÇÃO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praticamente 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mudou.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Trabalhos futuros: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Analisar custo x beneficio (custo do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mecânico</a:t>
            </a: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extra e do equipamento vs. perda de clientes).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Executar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várias</a:t>
            </a: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replicações</a:t>
            </a: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e intervalos de confianca para os indices.</a:t>
            </a:r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8229600" y="6400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T2 | Oficina Mecanica  ·  9/10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Arquivos e reproducao</a:t>
            </a:r>
            <a:endParaRPr/>
          </a:p>
        </p:txBody>
      </p:sp>
      <p:sp>
        <p:nvSpPr>
          <p:cNvPr id="154" name="Google Shape;154;p22"/>
          <p:cNvSpPr txBox="1"/>
          <p:nvPr/>
        </p:nvSpPr>
        <p:spPr>
          <a:xfrm>
            <a:off x="640080" y="1280160"/>
            <a:ext cx="109728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O pacote contem: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modelos/oficina.yml e modelos/oficina_melhorada.yml - modelos antes e depois da melhoria.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simulador.py - simulador de rede de filas (nosso, do T1) com o calculo dos indices.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resultados/oficina_atual.txt e oficina_melhorada.txt - saidas completas (tempos e probabilidades por estado).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planilhas/indices_oficina.xlsx - calculo dos indices (populacao, vazao, utilizacao, tempo de resposta).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apresentacao/ - este PPTX e os desenhos da rede.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Como reproduzir: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pip install pyyaml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python3 simulador.py modelos/oficina.yml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python3 simulador.py modelos/oficina_melhorada.yml</a:t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8229600" y="6400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T2 | Oficina Mecanica  ·  10/10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